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6"/>
  </p:notesMasterIdLst>
  <p:handoutMasterIdLst>
    <p:handoutMasterId r:id="rId17"/>
  </p:handoutMasterIdLst>
  <p:sldIdLst>
    <p:sldId id="338" r:id="rId5"/>
    <p:sldId id="327" r:id="rId6"/>
    <p:sldId id="341" r:id="rId7"/>
    <p:sldId id="329" r:id="rId8"/>
    <p:sldId id="302" r:id="rId9"/>
    <p:sldId id="339" r:id="rId10"/>
    <p:sldId id="343" r:id="rId11"/>
    <p:sldId id="344" r:id="rId12"/>
    <p:sldId id="345" r:id="rId13"/>
    <p:sldId id="346" r:id="rId14"/>
    <p:sldId id="30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5" d="100"/>
          <a:sy n="85" d="100"/>
        </p:scale>
        <p:origin x="494" y="6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10/8/2026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10/8/2026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10/8/2026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hyperlink" Target="https://github.com/sahilmahadik-dev/Healthcare-Analytics-for-Doctor-Visits.git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78569" y="5210324"/>
            <a:ext cx="3231044" cy="981163"/>
          </a:xfrm>
        </p:spPr>
        <p:txBody>
          <a:bodyPr>
            <a:normAutofit fontScale="92500"/>
          </a:bodyPr>
          <a:lstStyle/>
          <a:p>
            <a:pPr algn="ctr"/>
            <a:r>
              <a:rPr lang="en-US" sz="1800" b="0" dirty="0">
                <a:solidFill>
                  <a:schemeClr val="tx1"/>
                </a:solidFill>
              </a:rPr>
              <a:t>Presented By</a:t>
            </a:r>
          </a:p>
          <a:p>
            <a:pPr algn="r"/>
            <a:r>
              <a:rPr lang="en-US" sz="2200" dirty="0">
                <a:solidFill>
                  <a:schemeClr val="tx1"/>
                </a:solidFill>
              </a:rPr>
              <a:t>Sahil Rushikant Mahadik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507" y="2589399"/>
            <a:ext cx="8472634" cy="1270699"/>
          </a:xfrm>
        </p:spPr>
        <p:txBody>
          <a:bodyPr>
            <a:normAutofit fontScale="90000"/>
          </a:bodyPr>
          <a:lstStyle/>
          <a:p>
            <a:r>
              <a:rPr lang="en-GB" sz="2200" i="1" dirty="0"/>
              <a:t>Project Title</a:t>
            </a:r>
            <a:br>
              <a:rPr lang="en-GB" sz="3200" b="1" dirty="0"/>
            </a:br>
            <a:r>
              <a:rPr lang="en-GB" sz="3200" b="1" dirty="0"/>
              <a:t>	</a:t>
            </a:r>
            <a:r>
              <a:rPr lang="en-GB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Healthcare Analytics for Doctor Visits</a:t>
            </a:r>
            <a:endParaRPr lang="en-IN" sz="3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1298" y="1847564"/>
            <a:ext cx="6431280" cy="3607987"/>
          </a:xfrm>
        </p:spPr>
        <p:txBody>
          <a:bodyPr>
            <a:normAutofit fontScale="92500" lnSpcReduction="20000"/>
          </a:bodyPr>
          <a:lstStyle/>
          <a:p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Healthcare for doctor visits datasets contain large amounts of patient and doctor visit information.</a:t>
            </a:r>
          </a:p>
          <a:p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Analyzing these factors together to understand patient visit pattern is challenging.</a:t>
            </a:r>
          </a:p>
          <a:p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is difficult to identify how age, gender, illness, and health status influence doctor visits.</a:t>
            </a:r>
          </a:p>
          <a:p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relationship between chronic conditions, reduced activity, and healthcare utilization needs to be examined.</a:t>
            </a:r>
          </a:p>
          <a:p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analysis and visualization are required to identify meaningful patterns and insights from patient healthcare data.</a:t>
            </a:r>
          </a:p>
          <a:p>
            <a:endParaRPr lang="en-US" sz="2900" dirty="0"/>
          </a:p>
          <a:p>
            <a:pPr>
              <a:lnSpc>
                <a:spcPct val="150000"/>
              </a:lnSpc>
            </a:pP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801195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2966" y="3509332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8BAFC-1DA4-503B-DF8B-CDEDC9FEF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2891E35-940F-0D1E-F301-54E950358E0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65086" y="1847564"/>
            <a:ext cx="6431280" cy="3607987"/>
          </a:xfrm>
        </p:spPr>
        <p:txBody>
          <a:bodyPr>
            <a:normAutofit fontScale="92500" lnSpcReduction="10000"/>
          </a:bodyPr>
          <a:lstStyle/>
          <a:p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Collected and analyzed healthcare data of patients and doctor visits.</a:t>
            </a:r>
          </a:p>
          <a:p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Performed Exploratory Data Analysis (EDA) to understand the dataset.</a:t>
            </a:r>
          </a:p>
          <a:p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Analyzed patient visits based on age, gender, illness, and health status.</a:t>
            </a:r>
          </a:p>
          <a:p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Studied chronic conditions and reduced activity among patients.</a:t>
            </a:r>
          </a:p>
          <a:p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visualizations to identify important healthcare patterns and insights</a:t>
            </a:r>
          </a:p>
          <a:p>
            <a:endParaRPr lang="en-US" sz="2900" dirty="0"/>
          </a:p>
          <a:p>
            <a:pPr>
              <a:lnSpc>
                <a:spcPct val="150000"/>
              </a:lnSpc>
            </a:pP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CB27CD8-1C51-CE28-2307-0D4D568E8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801195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PROJECT DESCRIPTION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8F55FF-32E0-B6BF-7507-01D54E0436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231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888197"/>
            <a:ext cx="7904481" cy="3409946"/>
          </a:xfrm>
          <a:noFill/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Healthcare Professionals: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understand patient visit patterns.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Hospitals &amp; Clinics 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analyze patient and healthcare trends.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Healthcare Analysts: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generate insights from healthcare data.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Researchers: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study healthcare patterns and patient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behavior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Healthcare Management: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support data driven decisions.</a:t>
            </a:r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48771" y="4306681"/>
            <a:ext cx="1418771" cy="2472519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4070" y="1278384"/>
            <a:ext cx="8424077" cy="4440282"/>
          </a:xfrm>
        </p:spPr>
        <p:txBody>
          <a:bodyPr/>
          <a:lstStyle/>
          <a:p>
            <a:pPr lvl="1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Google </a:t>
            </a:r>
            <a:r>
              <a:rPr lang="en-US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Colab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Libraries: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NumPy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Pandas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Matplotlib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Seaborn</a:t>
            </a:r>
            <a:endParaRPr lang="en-IN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607852" y="1338800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CCF60FA-C7F7-DE88-028B-772032E16B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834" y="2044450"/>
            <a:ext cx="6391837" cy="3813127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CDB0BB-FADA-3211-1F1F-AAD059EDB184}"/>
              </a:ext>
            </a:extLst>
          </p:cNvPr>
          <p:cNvSpPr txBox="1"/>
          <p:nvPr/>
        </p:nvSpPr>
        <p:spPr>
          <a:xfrm>
            <a:off x="833717" y="1470666"/>
            <a:ext cx="4598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Histogram –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 Distribution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F9ED9-46D2-442C-44BE-25057A8E2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027F97-67B9-BA95-6D52-E72E7F3966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62E4AA1-38E9-A2B1-77C1-4FCE8B6E7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1BF9A8D6-136E-8AA3-DF70-7F4101736266}"/>
              </a:ext>
            </a:extLst>
          </p:cNvPr>
          <p:cNvSpPr txBox="1">
            <a:spLocks/>
          </p:cNvSpPr>
          <p:nvPr/>
        </p:nvSpPr>
        <p:spPr>
          <a:xfrm>
            <a:off x="607852" y="1338800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F1B3301A-0D90-235B-DDA9-58826E70012B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3819EF-7B6F-B8BB-1B58-EB013DD3AB3C}"/>
              </a:ext>
            </a:extLst>
          </p:cNvPr>
          <p:cNvSpPr txBox="1"/>
          <p:nvPr/>
        </p:nvSpPr>
        <p:spPr>
          <a:xfrm>
            <a:off x="833717" y="1470666"/>
            <a:ext cx="60511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Pie Chart –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Gender Distribution of Patients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BCD8FFA-E081-C109-D33B-7F879E28A3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1085" y="2002642"/>
            <a:ext cx="4682714" cy="424575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4906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AAC4A-C6A4-13DF-5E0F-744FF937F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970C5A-14CD-D88E-73D5-FA0DD4FF294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8E3CBF8C-56E1-A6BD-B4F3-B2800D5ED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CF29F708-DB13-60BB-A80C-B6F7C0904F15}"/>
              </a:ext>
            </a:extLst>
          </p:cNvPr>
          <p:cNvSpPr txBox="1">
            <a:spLocks/>
          </p:cNvSpPr>
          <p:nvPr/>
        </p:nvSpPr>
        <p:spPr>
          <a:xfrm>
            <a:off x="607852" y="1338800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52719F8B-64C5-E0E2-F7ED-8AF56C249F2C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D12712-A7A9-3E72-D32B-B95E164CAA3F}"/>
              </a:ext>
            </a:extLst>
          </p:cNvPr>
          <p:cNvSpPr txBox="1"/>
          <p:nvPr/>
        </p:nvSpPr>
        <p:spPr>
          <a:xfrm>
            <a:off x="881001" y="1290618"/>
            <a:ext cx="6140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Horizontal Bar Chart –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Patient Distribution by illness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B4571C2-8E44-2B4D-3351-ACF181E6A56A}"/>
              </a:ext>
            </a:extLst>
          </p:cNvPr>
          <p:cNvSpPr/>
          <p:nvPr/>
        </p:nvSpPr>
        <p:spPr>
          <a:xfrm>
            <a:off x="6699096" y="1684131"/>
            <a:ext cx="322729" cy="3273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E318116-7EDB-DFF9-BC3C-CAB6FCF859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897" y="1825981"/>
            <a:ext cx="7538719" cy="417870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4142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99652-6B62-DBCC-21B2-4BE214E16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D1121BE-0F60-3F88-58F2-372EA2CBE1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0F576C3-33DF-7825-6D25-87A25172F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8AD8FB69-B4AD-8BE9-8831-9B5DF4AE3CC8}"/>
              </a:ext>
            </a:extLst>
          </p:cNvPr>
          <p:cNvSpPr txBox="1">
            <a:spLocks/>
          </p:cNvSpPr>
          <p:nvPr/>
        </p:nvSpPr>
        <p:spPr>
          <a:xfrm>
            <a:off x="607852" y="1338800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4662795B-86DE-0536-21C0-BA4B8B9CEB8C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099897-A1F6-C7D5-3F1B-8933AA95DA94}"/>
              </a:ext>
            </a:extLst>
          </p:cNvPr>
          <p:cNvSpPr txBox="1"/>
          <p:nvPr/>
        </p:nvSpPr>
        <p:spPr>
          <a:xfrm>
            <a:off x="881001" y="1290618"/>
            <a:ext cx="6140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Bar Chart – </a:t>
            </a: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Patient Visits by Gender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796B3C-C0A8-E590-6D3A-CA20B167B380}"/>
              </a:ext>
            </a:extLst>
          </p:cNvPr>
          <p:cNvSpPr/>
          <p:nvPr/>
        </p:nvSpPr>
        <p:spPr>
          <a:xfrm>
            <a:off x="6699096" y="1684131"/>
            <a:ext cx="322729" cy="3273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A4984772-B640-925F-ADAA-555D57637C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5411" y="1956695"/>
            <a:ext cx="7396028" cy="407655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4671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1E54C-6F97-9246-9111-3437D7525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9B1F1C-0C20-8CA2-0183-9B0F7DA713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87411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391E224-B855-9C30-97CF-BF92855CB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8AB2BB22-E0BB-5C76-8EE5-843B1423FF0C}"/>
              </a:ext>
            </a:extLst>
          </p:cNvPr>
          <p:cNvSpPr txBox="1">
            <a:spLocks/>
          </p:cNvSpPr>
          <p:nvPr/>
        </p:nvSpPr>
        <p:spPr>
          <a:xfrm>
            <a:off x="607852" y="1338800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5D9646A4-6098-1BE4-3487-D5718CD83C1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800AED-5AC7-014B-5A41-B3DB1964774B}"/>
              </a:ext>
            </a:extLst>
          </p:cNvPr>
          <p:cNvSpPr txBox="1"/>
          <p:nvPr/>
        </p:nvSpPr>
        <p:spPr>
          <a:xfrm>
            <a:off x="881001" y="1290618"/>
            <a:ext cx="6140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Heatmap – </a:t>
            </a: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Healthcare Variables Correlation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5EDFDD-9B91-0B65-2E22-0894822FE3B2}"/>
              </a:ext>
            </a:extLst>
          </p:cNvPr>
          <p:cNvSpPr/>
          <p:nvPr/>
        </p:nvSpPr>
        <p:spPr>
          <a:xfrm>
            <a:off x="6699096" y="1684131"/>
            <a:ext cx="322729" cy="3273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CB6173E4-EAA2-3BB3-9573-1AC2CDD05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7518" y="1858945"/>
            <a:ext cx="5737997" cy="429882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ABC7FC-33E1-F98A-4A0C-F125D5951B59}"/>
              </a:ext>
            </a:extLst>
          </p:cNvPr>
          <p:cNvSpPr txBox="1"/>
          <p:nvPr/>
        </p:nvSpPr>
        <p:spPr>
          <a:xfrm>
            <a:off x="881001" y="6403452"/>
            <a:ext cx="82027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Demo Link</a:t>
            </a:r>
            <a:endParaRPr lang="en-IN" sz="1600" b="1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054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2650144"/>
            <a:ext cx="8781808" cy="120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Thank You!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705</TotalTime>
  <Words>276</Words>
  <Application>Microsoft Office PowerPoint</Application>
  <PresentationFormat>Widescreen</PresentationFormat>
  <Paragraphs>44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Trebuchet MS</vt:lpstr>
      <vt:lpstr>Wingdings</vt:lpstr>
      <vt:lpstr>Wingdings 3</vt:lpstr>
      <vt:lpstr>Facet</vt:lpstr>
      <vt:lpstr>Project Title  Healthcare Analytics for Doctor Visits</vt:lpstr>
      <vt:lpstr>PROBLEM  STATEMENT</vt:lpstr>
      <vt:lpstr>PROJECT DESCRIPTION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Sahil Mahadik</cp:lastModifiedBy>
  <cp:revision>79</cp:revision>
  <dcterms:created xsi:type="dcterms:W3CDTF">2021-07-11T13:13:15Z</dcterms:created>
  <dcterms:modified xsi:type="dcterms:W3CDTF">2026-10-08T05:21:28Z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